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Interest Calculation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Simple &amp; Compound Interest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Banks offer interest on deposits.</a:t>
            </a:r>
          </a:p>
          <a:p>
            <a:r>
              <a:t>- Interest is the cost of borrowing or reward for saving money.</a:t>
            </a:r>
          </a:p>
          <a:p>
            <a:r>
              <a:t>- Two main types: Simple Interest &amp; Compound Interest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Interest (SI)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Interest calculated only on the principal amount.</a:t>
            </a:r>
          </a:p>
          <a:p>
            <a:r>
              <a:t>Formula: SI = (P * R * T) / 100</a:t>
            </a:r>
          </a:p>
          <a:p>
            <a:r>
              <a:t>Where:</a:t>
            </a:r>
          </a:p>
          <a:p>
            <a:r>
              <a:t>P = Principal</a:t>
            </a:r>
          </a:p>
          <a:p>
            <a:r>
              <a:t>R = Rate of interest (% per year)</a:t>
            </a:r>
          </a:p>
          <a:p>
            <a:r>
              <a:t>T = Time in years</a:t>
            </a:r>
          </a:p>
          <a:p>
            <a:r>
              <a:t>Example:</a:t>
            </a:r>
          </a:p>
          <a:p>
            <a:r>
              <a:t>Principal = ₹10,000, Rate = 5%, Time = 2 years</a:t>
            </a:r>
          </a:p>
          <a:p>
            <a:r>
              <a:t>SI = (10000 * 5 * 2)/100 = ₹1000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Compound Interest (CI)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Interest calculated on principal + interest earned.</a:t>
            </a:r>
          </a:p>
          <a:p>
            <a:r>
              <a:t>Formula: CI = P * (1 + R/100)^T - P</a:t>
            </a:r>
          </a:p>
          <a:p>
            <a:r>
              <a:t>Where:</a:t>
            </a:r>
          </a:p>
          <a:p>
            <a:r>
              <a:t>P = Principal</a:t>
            </a:r>
          </a:p>
          <a:p>
            <a:r>
              <a:t>R = Rate of interest (% per year)</a:t>
            </a:r>
          </a:p>
          <a:p>
            <a:r>
              <a:t>T = Time in years</a:t>
            </a:r>
          </a:p>
          <a:p>
            <a:r>
              <a:t>Example:</a:t>
            </a:r>
          </a:p>
          <a:p>
            <a:r>
              <a:t>Principal = ₹10,000, Rate = 5%, Time = 2 years</a:t>
            </a:r>
          </a:p>
          <a:p>
            <a:r>
              <a:t>CI = 10000 * (1 + 0.05)^2 - 10000 = ₹1025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Between SI &amp;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Comparison:</a:t>
            </a:r>
          </a:p>
          <a:p>
            <a:r>
              <a:t>Simple Interest: Interest on principal only, Linear growth, Example ₹1000</a:t>
            </a:r>
          </a:p>
          <a:p>
            <a:r>
              <a:t>Compound Interest: Interest on principal + interest, Exponential growth, Example ₹1025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Savings accounts</a:t>
            </a:r>
          </a:p>
          <a:p>
            <a:r>
              <a:t>- Fixed deposits (FD)</a:t>
            </a:r>
          </a:p>
          <a:p>
            <a:r>
              <a:t>- Loans &amp; credit cards</a:t>
            </a:r>
          </a:p>
          <a:p>
            <a:r>
              <a:t>- Investments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 is straightforward</a:t>
            </a:r>
          </a:p>
          <a:p>
            <a:r>
              <a:t>- CI grows faster due to interest on interest</a:t>
            </a:r>
          </a:p>
          <a:p>
            <a:r>
              <a:t>- Understanding these helps in financial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